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latin typeface="Times New Roman"/>
              </a:rPr>
              <a:t>Результаты системного тестирования: функциональные требования (п. 1.7.2.1)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  <a:gridCol w="1371600"/>
                <a:gridCol w="4370832"/>
                <a:gridCol w="3931920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Дата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Тестирование проводил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Описание теста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Ожидаемый результат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Результат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19.05.2026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Разбор XML-метамодели E3Core (StAX, NS_E/NS_E3/NS_MD)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Метамодель разобрана в объектную модель (AppModel)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19.05.2026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Транслитерация русских имён в Java-идентификаторы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Получены валидные уникальные идентификаторы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19.05.2026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Классификация сущностей (PRIMARY / CHILD / REFERENCE_DICTIONARY)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Каждая сущность отнесена к верной категории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19.05.2026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Генерация Maven-проекта (pom.xml, общие классы, Page Object, тесты JUnit 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Создан компилируемый проект автотестов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Генерация полного набора UI-проверок (поля, валидация, CRUD, поиск, гриды)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Сформированы тест-методы всех видов проверок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Запуск автотестов через mvn test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Прогон выполняется; формируются отчёты Surefire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Сбор результатов из отчётов Surefire (StAX)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Получена сводка «всего / успешно / провалено»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Сохранение истории прогонов в SQLite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Прогон и результаты сохранены в базе данных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Разработчик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Отображение истории прогонов в интерфейсе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В журнале выведены все ранее сохранённые прогоны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21.05.2026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Разработчик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HTML-отчёт с фотолетописью + CSV-выгрузка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Сформированы HTML со скриншотами шагов и CSV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latin typeface="Times New Roman"/>
              </a:rPr>
              <a:t>Результаты системного тестирования: требования к надёжности (п. 1.7.2.2)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  <a:gridCol w="1371600"/>
                <a:gridCol w="4370832"/>
                <a:gridCol w="3931920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Дата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Тестирование проводил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Описание теста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Ожидаемый результат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Результат</a:t>
                      </a:r>
                    </a:p>
                  </a:txBody>
                  <a:tcPr anchor="ctr" marL="45720" marR="45720" marT="18288" marB="18288">
                    <a:solidFill>
                      <a:srgbClr val="D9D9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21.05.2026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Защита от некорректных действий и исходных данных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Пустые/неверные параметры — сообщение, операция не запускается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21.05.2026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Обработка ошибки разбора XML (ParserException)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Понятное сообщение, программа не завершается аварийно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21.05.2026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Разработчик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Сохранение в БД одной транзакцией с откатом при ошибке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При ошибке выполняется откат; частичные данные не сохраняются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22.05.2026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Разработчик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Graceful degradation при сбое записи в БД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Работа продолжается без сохранения истории; пользователь уведомлён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22.05.2026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Отсутствие вспомогательных средств (Apache Maven, Google Chrome)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При прогоне выводится понятное сообщение об ошибке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22.05.2026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Разработчик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Освобождение ресурсов (try-with-resources)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Файловые потоки и JDBC-соединения корректно закрываются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22.05.2026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Тестировщик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Сохранность БД между запусками + автосоздание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БД создаётся при первом запуске; история не теряется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Успех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